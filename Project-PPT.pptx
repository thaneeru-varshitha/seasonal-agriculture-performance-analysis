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2875F6-8208-4337-917B-E72EE52B0AD6}" v="207" dt="2026-09-09T19:56:55.716"/>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8" autoAdjust="0"/>
    <p:restoredTop sz="95033" autoAdjust="0"/>
  </p:normalViewPr>
  <p:slideViewPr>
    <p:cSldViewPr snapToGrid="0">
      <p:cViewPr varScale="1">
        <p:scale>
          <a:sx n="82" d="100"/>
          <a:sy n="82" d="100"/>
        </p:scale>
        <p:origin x="557" y="7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shithathanneru@outlook.com" userId="7eb6544616c3e15b" providerId="LiveId" clId="{DF06C673-7111-4042-BDF6-5DA6ED03A610}"/>
    <pc:docChg chg="undo custSel addSld delSld modSld">
      <pc:chgData name="varshithathanneru@outlook.com" userId="7eb6544616c3e15b" providerId="LiveId" clId="{DF06C673-7111-4042-BDF6-5DA6ED03A610}" dt="2026-09-09T19:56:40.292" v="575" actId="1076"/>
      <pc:docMkLst>
        <pc:docMk/>
      </pc:docMkLst>
      <pc:sldChg chg="modSp mod modAnim">
        <pc:chgData name="varshithathanneru@outlook.com" userId="7eb6544616c3e15b" providerId="LiveId" clId="{DF06C673-7111-4042-BDF6-5DA6ED03A610}" dt="2026-09-09T19:12:09.873" v="42" actId="20577"/>
        <pc:sldMkLst>
          <pc:docMk/>
          <pc:sldMk cId="3401748718" sldId="304"/>
        </pc:sldMkLst>
        <pc:spChg chg="mod">
          <ac:chgData name="varshithathanneru@outlook.com" userId="7eb6544616c3e15b" providerId="LiveId" clId="{DF06C673-7111-4042-BDF6-5DA6ED03A610}" dt="2026-09-09T19:12:09.873" v="42" actId="20577"/>
          <ac:spMkLst>
            <pc:docMk/>
            <pc:sldMk cId="3401748718" sldId="304"/>
            <ac:spMk id="3" creationId="{D88C20CF-C1EE-4092-B52D-FD4AB2AB2508}"/>
          </ac:spMkLst>
        </pc:spChg>
        <pc:spChg chg="mod">
          <ac:chgData name="varshithathanneru@outlook.com" userId="7eb6544616c3e15b" providerId="LiveId" clId="{DF06C673-7111-4042-BDF6-5DA6ED03A610}" dt="2026-09-09T19:11:26.063" v="0" actId="14100"/>
          <ac:spMkLst>
            <pc:docMk/>
            <pc:sldMk cId="3401748718" sldId="304"/>
            <ac:spMk id="20" creationId="{A09A5BC1-0E62-4E6B-A590-951A87D4B4FE}"/>
          </ac:spMkLst>
        </pc:spChg>
      </pc:sldChg>
      <pc:sldChg chg="modSp mod">
        <pc:chgData name="varshithathanneru@outlook.com" userId="7eb6544616c3e15b" providerId="LiveId" clId="{DF06C673-7111-4042-BDF6-5DA6ED03A610}" dt="2026-09-09T19:15:37.336" v="115" actId="27636"/>
        <pc:sldMkLst>
          <pc:docMk/>
          <pc:sldMk cId="1604013440" sldId="338"/>
        </pc:sldMkLst>
        <pc:spChg chg="mod">
          <ac:chgData name="varshithathanneru@outlook.com" userId="7eb6544616c3e15b" providerId="LiveId" clId="{DF06C673-7111-4042-BDF6-5DA6ED03A610}" dt="2026-09-09T19:15:37.336" v="115" actId="27636"/>
          <ac:spMkLst>
            <pc:docMk/>
            <pc:sldMk cId="1604013440" sldId="338"/>
            <ac:spMk id="2" creationId="{7201737A-B873-4D1D-8A41-5ABF5184BC8F}"/>
          </ac:spMkLst>
        </pc:spChg>
        <pc:spChg chg="mod">
          <ac:chgData name="varshithathanneru@outlook.com" userId="7eb6544616c3e15b" providerId="LiveId" clId="{DF06C673-7111-4042-BDF6-5DA6ED03A610}" dt="2026-09-09T19:15:22.267" v="111" actId="14100"/>
          <ac:spMkLst>
            <pc:docMk/>
            <pc:sldMk cId="1604013440" sldId="338"/>
            <ac:spMk id="3" creationId="{17F04107-8754-E47D-3375-529E689711FA}"/>
          </ac:spMkLst>
        </pc:spChg>
      </pc:sldChg>
      <pc:sldChg chg="addSp delSp modSp mod modAnim">
        <pc:chgData name="varshithathanneru@outlook.com" userId="7eb6544616c3e15b" providerId="LiveId" clId="{DF06C673-7111-4042-BDF6-5DA6ED03A610}" dt="2026-09-09T19:56:40.292" v="575" actId="1076"/>
        <pc:sldMkLst>
          <pc:docMk/>
          <pc:sldMk cId="3863610428" sldId="342"/>
        </pc:sldMkLst>
        <pc:spChg chg="add del mod">
          <ac:chgData name="varshithathanneru@outlook.com" userId="7eb6544616c3e15b" providerId="LiveId" clId="{DF06C673-7111-4042-BDF6-5DA6ED03A610}" dt="2026-09-09T19:23:47.379" v="128"/>
          <ac:spMkLst>
            <pc:docMk/>
            <pc:sldMk cId="3863610428" sldId="342"/>
            <ac:spMk id="2" creationId="{33C98197-2599-ADFB-9069-BFCC8EF1EC45}"/>
          </ac:spMkLst>
        </pc:spChg>
        <pc:spChg chg="mod">
          <ac:chgData name="varshithathanneru@outlook.com" userId="7eb6544616c3e15b" providerId="LiveId" clId="{DF06C673-7111-4042-BDF6-5DA6ED03A610}" dt="2026-09-09T19:44:17.502" v="400" actId="58"/>
          <ac:spMkLst>
            <pc:docMk/>
            <pc:sldMk cId="3863610428" sldId="342"/>
            <ac:spMk id="4" creationId="{901A2257-2F98-CB88-038E-C0F1D0A1A363}"/>
          </ac:spMkLst>
        </pc:spChg>
        <pc:spChg chg="add del mod">
          <ac:chgData name="varshithathanneru@outlook.com" userId="7eb6544616c3e15b" providerId="LiveId" clId="{DF06C673-7111-4042-BDF6-5DA6ED03A610}" dt="2026-09-09T19:37:20.933" v="302" actId="478"/>
          <ac:spMkLst>
            <pc:docMk/>
            <pc:sldMk cId="3863610428" sldId="342"/>
            <ac:spMk id="6" creationId="{7C35C667-3EA3-424D-382E-DA11B9109080}"/>
          </ac:spMkLst>
        </pc:spChg>
        <pc:spChg chg="mod">
          <ac:chgData name="varshithathanneru@outlook.com" userId="7eb6544616c3e15b" providerId="LiveId" clId="{DF06C673-7111-4042-BDF6-5DA6ED03A610}" dt="2026-09-09T19:33:35.464" v="282" actId="6549"/>
          <ac:spMkLst>
            <pc:docMk/>
            <pc:sldMk cId="3863610428" sldId="342"/>
            <ac:spMk id="7" creationId="{AF1C8809-654A-4DD1-BB18-87B8B6C020B9}"/>
          </ac:spMkLst>
        </pc:spChg>
        <pc:spChg chg="add del mod">
          <ac:chgData name="varshithathanneru@outlook.com" userId="7eb6544616c3e15b" providerId="LiveId" clId="{DF06C673-7111-4042-BDF6-5DA6ED03A610}" dt="2026-09-09T19:40:23.332" v="308" actId="478"/>
          <ac:spMkLst>
            <pc:docMk/>
            <pc:sldMk cId="3863610428" sldId="342"/>
            <ac:spMk id="10" creationId="{0ED1A3ED-E016-78EC-A31C-7AE2C0686E66}"/>
          </ac:spMkLst>
        </pc:spChg>
        <pc:spChg chg="add mod">
          <ac:chgData name="varshithathanneru@outlook.com" userId="7eb6544616c3e15b" providerId="LiveId" clId="{DF06C673-7111-4042-BDF6-5DA6ED03A610}" dt="2026-09-09T19:56:40.292" v="575" actId="1076"/>
          <ac:spMkLst>
            <pc:docMk/>
            <pc:sldMk cId="3863610428" sldId="342"/>
            <ac:spMk id="12" creationId="{0F72AE34-3464-2A66-4699-F48B22E84F60}"/>
          </ac:spMkLst>
        </pc:spChg>
        <pc:spChg chg="add del mod">
          <ac:chgData name="varshithathanneru@outlook.com" userId="7eb6544616c3e15b" providerId="LiveId" clId="{DF06C673-7111-4042-BDF6-5DA6ED03A610}" dt="2026-09-09T19:44:04.258" v="399"/>
          <ac:spMkLst>
            <pc:docMk/>
            <pc:sldMk cId="3863610428" sldId="342"/>
            <ac:spMk id="13" creationId="{32751057-4D02-7835-5C55-9FC5106C23E7}"/>
          </ac:spMkLst>
        </pc:spChg>
      </pc:sldChg>
      <pc:sldChg chg="addSp delSp modSp mod">
        <pc:chgData name="varshithathanneru@outlook.com" userId="7eb6544616c3e15b" providerId="LiveId" clId="{DF06C673-7111-4042-BDF6-5DA6ED03A610}" dt="2026-09-09T19:13:30.419" v="48" actId="14100"/>
        <pc:sldMkLst>
          <pc:docMk/>
          <pc:sldMk cId="1698901770" sldId="344"/>
        </pc:sldMkLst>
        <pc:picChg chg="del">
          <ac:chgData name="varshithathanneru@outlook.com" userId="7eb6544616c3e15b" providerId="LiveId" clId="{DF06C673-7111-4042-BDF6-5DA6ED03A610}" dt="2026-09-09T19:13:14.353" v="43" actId="478"/>
          <ac:picMkLst>
            <pc:docMk/>
            <pc:sldMk cId="1698901770" sldId="344"/>
            <ac:picMk id="3" creationId="{D4F310A6-087E-4601-ECB0-FBA66881EF4A}"/>
          </ac:picMkLst>
        </pc:picChg>
        <pc:picChg chg="add mod">
          <ac:chgData name="varshithathanneru@outlook.com" userId="7eb6544616c3e15b" providerId="LiveId" clId="{DF06C673-7111-4042-BDF6-5DA6ED03A610}" dt="2026-09-09T19:13:30.419" v="48" actId="14100"/>
          <ac:picMkLst>
            <pc:docMk/>
            <pc:sldMk cId="1698901770" sldId="344"/>
            <ac:picMk id="9" creationId="{4165868B-196A-2BD1-FE87-3BEF9D97136A}"/>
          </ac:picMkLst>
        </pc:picChg>
      </pc:sldChg>
      <pc:sldChg chg="new del">
        <pc:chgData name="varshithathanneru@outlook.com" userId="7eb6544616c3e15b" providerId="LiveId" clId="{DF06C673-7111-4042-BDF6-5DA6ED03A610}" dt="2026-09-09T19:44:24.990" v="402" actId="680"/>
        <pc:sldMkLst>
          <pc:docMk/>
          <pc:sldMk cId="3366582108" sldId="34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Thaneeru-varshitha/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79917" y="3206652"/>
            <a:ext cx="9703837" cy="861496"/>
          </a:xfrm>
        </p:spPr>
        <p:txBody>
          <a:bodyPr vert="horz" lIns="91440" tIns="45720" rIns="91440" bIns="45720" rtlCol="0" anchor="t">
            <a:normAutofit/>
          </a:bodyPr>
          <a:lstStyle/>
          <a:p>
            <a:pPr algn="r"/>
            <a:r>
              <a:rPr lang="en-US" b="0" dirty="0">
                <a:solidFill>
                  <a:schemeClr val="tx1"/>
                </a:solidFill>
              </a:rPr>
              <a:t>[ </a:t>
            </a:r>
            <a:r>
              <a:rPr lang="en-US" b="0" dirty="0" err="1">
                <a:solidFill>
                  <a:schemeClr val="tx1"/>
                </a:solidFill>
              </a:rPr>
              <a:t>Thaneeru</a:t>
            </a:r>
            <a:r>
              <a:rPr lang="en-US" b="0" dirty="0">
                <a:solidFill>
                  <a:schemeClr val="tx1"/>
                </a:solidFill>
              </a:rPr>
              <a:t> Varshitha </a:t>
            </a:r>
            <a:endParaRPr lang="en-IN" b="0" dirty="0">
              <a:solidFill>
                <a:schemeClr val="tx1"/>
              </a:solidFill>
            </a:endParaRPr>
          </a:p>
          <a:p>
            <a:pPr algn="r"/>
            <a:r>
              <a:rPr lang="en-US" b="0" dirty="0">
                <a:solidFill>
                  <a:schemeClr val="tx1"/>
                </a:solidFill>
              </a:rPr>
              <a:t>Sreenidhi Institute of Science and Technology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575249"/>
            <a:ext cx="9799914" cy="1012949"/>
          </a:xfrm>
        </p:spPr>
        <p:txBody>
          <a:bodyPr>
            <a:normAutofit fontScale="90000"/>
          </a:bodyPr>
          <a:lstStyle/>
          <a:p>
            <a:r>
              <a:rPr lang="en-GB" sz="3200" dirty="0"/>
              <a:t>Project Title – Seasonal-Agriculture-performance –Analysis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4071794" cy="646331"/>
          </a:xfrm>
          <a:prstGeom prst="rect">
            <a:avLst/>
          </a:prstGeom>
          <a:noFill/>
        </p:spPr>
        <p:txBody>
          <a:bodyPr wrap="square" rtlCol="0">
            <a:spAutoFit/>
          </a:bodyPr>
          <a:lstStyle/>
          <a:p>
            <a:r>
              <a:rPr lang="en-US" b="1" dirty="0"/>
              <a:t>AICTE STU ID : (STU6a61c9c79fc021784793543)</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7547014" cy="3607987"/>
          </a:xfrm>
        </p:spPr>
        <p:txBody>
          <a:bodyPr vert="horz" lIns="91440" tIns="45720" rIns="91440" bIns="45720" rtlCol="0" anchor="t">
            <a:normAutofit fontScale="92500"/>
          </a:bodyPr>
          <a:lstStyle/>
          <a:p>
            <a:pPr algn="just">
              <a:lnSpc>
                <a:spcPct val="150000"/>
              </a:lnSpc>
            </a:pPr>
            <a:r>
              <a:rPr lang="en-US" sz="2800" dirty="0"/>
              <a:t>The problem is to analyze the given agriculture data 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8705461" y="2763268"/>
            <a:ext cx="3163078" cy="3431975"/>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9" y="989045"/>
            <a:ext cx="8772850" cy="4665305"/>
          </a:xfrm>
        </p:spPr>
        <p:txBody>
          <a:bodyPr>
            <a:normAutofit/>
          </a:bodyPr>
          <a:lstStyle/>
          <a:p>
            <a:r>
              <a:rPr lang="en-US" sz="2400" dirty="0"/>
              <a:t>PROJECT  DESCRIPTION</a:t>
            </a:r>
            <a:br>
              <a:rPr lang="en-US" sz="1800" b="0" dirty="0"/>
            </a:br>
            <a:r>
              <a:rPr lang="en-US" sz="2000" b="0" dirty="0">
                <a:latin typeface="+mn-lt"/>
              </a:rPr>
              <a:t>This project is about understanding how agricultural performance changes from one season to another. I worked with 4000 firm records containing information about Crops, location, environmental conditions, irrigation, resources, Yield, production and financial performance. I cleaned the data and performed different types of analysis ,including EDA outliner analysis, correlation analysis, seasonal comparisons Crop Analysis, irrigation analysis finally, I used the findings to identify important patterns and provide practical recommendations for better crop ,irrigation, and resource planning</a:t>
            </a:r>
            <a:r>
              <a:rPr lang="en-US" sz="2700" b="0" dirty="0">
                <a:latin typeface="+mn-lt"/>
              </a:rPr>
              <a:t>.</a:t>
            </a:r>
            <a:endParaRPr lang="en-IN" sz="2700" b="0" dirty="0">
              <a:latin typeface="+mn-lt"/>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nSpc>
                <a:spcPct val="150000"/>
              </a:lnSpc>
            </a:pPr>
            <a:r>
              <a:rPr lang="en-US" sz="3600" dirty="0"/>
              <a:t>So, the end users are farmers, agricultural planners, agricultural organizations ,agricultural analyst and researchers.</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798" y="4721290"/>
            <a:ext cx="1498083" cy="210889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10619504" cy="3195424"/>
          </a:xfrm>
        </p:spPr>
        <p:txBody>
          <a:bodyPr>
            <a:normAutofit fontScale="92500" lnSpcReduction="10000"/>
          </a:bodyPr>
          <a:lstStyle/>
          <a:p>
            <a:pPr lvl="1">
              <a:lnSpc>
                <a:spcPct val="150000"/>
              </a:lnSpc>
            </a:pPr>
            <a:r>
              <a:rPr lang="en-US" dirty="0"/>
              <a:t>Python</a:t>
            </a:r>
          </a:p>
          <a:p>
            <a:pPr lvl="1">
              <a:lnSpc>
                <a:spcPct val="150000"/>
              </a:lnSpc>
            </a:pPr>
            <a:r>
              <a:rPr lang="en-US" dirty="0"/>
              <a:t>Pandas</a:t>
            </a:r>
          </a:p>
          <a:p>
            <a:pPr lvl="1">
              <a:lnSpc>
                <a:spcPct val="150000"/>
              </a:lnSpc>
            </a:pPr>
            <a:r>
              <a:rPr lang="en-US" dirty="0"/>
              <a:t>NumPy</a:t>
            </a:r>
          </a:p>
          <a:p>
            <a:pPr lvl="1">
              <a:lnSpc>
                <a:spcPct val="150000"/>
              </a:lnSpc>
            </a:pPr>
            <a:r>
              <a:rPr lang="en-US" dirty="0"/>
              <a:t>Matplotlib</a:t>
            </a:r>
          </a:p>
          <a:p>
            <a:pPr lvl="1">
              <a:lnSpc>
                <a:spcPct val="150000"/>
              </a:lnSpc>
            </a:pPr>
            <a:r>
              <a:rPr lang="en-US" dirty="0"/>
              <a:t>Google collab </a:t>
            </a:r>
          </a:p>
          <a:p>
            <a:pPr lvl="1">
              <a:lnSpc>
                <a:spcPct val="150000"/>
              </a:lnSpc>
            </a:pPr>
            <a:r>
              <a:rPr lang="en-US" dirty="0"/>
              <a:t>GitHub</a:t>
            </a:r>
          </a:p>
          <a:p>
            <a:pPr lvl="1">
              <a:lnSpc>
                <a:spcPct val="150000"/>
              </a:lnSpc>
            </a:pPr>
            <a:endParaRPr lang="en-IN" dirty="0"/>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5230619-893C-FA27-301F-60E95BCED10F}"/>
              </a:ext>
            </a:extLst>
          </p:cNvPr>
          <p:cNvPicPr>
            <a:picLocks noChangeAspect="1"/>
          </p:cNvPicPr>
          <p:nvPr/>
        </p:nvPicPr>
        <p:blipFill>
          <a:blip r:embed="rId3"/>
          <a:stretch>
            <a:fillRect/>
          </a:stretch>
        </p:blipFill>
        <p:spPr>
          <a:xfrm>
            <a:off x="320982" y="1201586"/>
            <a:ext cx="9802732" cy="5463374"/>
          </a:xfrm>
          <a:prstGeom prst="rect">
            <a:avLst/>
          </a:prstGeom>
        </p:spPr>
      </p:pic>
      <p:sp>
        <p:nvSpPr>
          <p:cNvPr id="9" name="Text Placeholder 8">
            <a:extLst>
              <a:ext uri="{FF2B5EF4-FFF2-40B4-BE49-F238E27FC236}">
                <a16:creationId xmlns:a16="http://schemas.microsoft.com/office/drawing/2014/main" id="{617CD7B6-A915-C755-22A8-008560CA43B6}"/>
              </a:ext>
            </a:extLst>
          </p:cNvPr>
          <p:cNvSpPr>
            <a:spLocks noGrp="1"/>
          </p:cNvSpPr>
          <p:nvPr>
            <p:ph type="body" sz="quarter" idx="12"/>
          </p:nvPr>
        </p:nvSpPr>
        <p:spPr>
          <a:xfrm>
            <a:off x="660400" y="1275372"/>
            <a:ext cx="4275138" cy="4330092"/>
          </a:xfrm>
        </p:spPr>
        <p:txBody>
          <a:bodyPr/>
          <a:lstStyle/>
          <a:p>
            <a:pPr marL="0" indent="0">
              <a:buNone/>
            </a:pPr>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87AFD7AF-BF78-1E30-07A8-8AB4E8EDD342}"/>
              </a:ext>
            </a:extLst>
          </p:cNvPr>
          <p:cNvPicPr>
            <a:picLocks noChangeAspect="1"/>
          </p:cNvPicPr>
          <p:nvPr/>
        </p:nvPicPr>
        <p:blipFill>
          <a:blip r:embed="rId3"/>
          <a:stretch>
            <a:fillRect/>
          </a:stretch>
        </p:blipFill>
        <p:spPr>
          <a:xfrm>
            <a:off x="320983" y="1201585"/>
            <a:ext cx="8636405" cy="5285826"/>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9" name="Picture 8">
            <a:extLst>
              <a:ext uri="{FF2B5EF4-FFF2-40B4-BE49-F238E27FC236}">
                <a16:creationId xmlns:a16="http://schemas.microsoft.com/office/drawing/2014/main" id="{4165868B-196A-2BD1-FE87-3BEF9D97136A}"/>
              </a:ext>
            </a:extLst>
          </p:cNvPr>
          <p:cNvPicPr>
            <a:picLocks noChangeAspect="1"/>
          </p:cNvPicPr>
          <p:nvPr/>
        </p:nvPicPr>
        <p:blipFill>
          <a:blip r:embed="rId3"/>
          <a:stretch>
            <a:fillRect/>
          </a:stretch>
        </p:blipFill>
        <p:spPr>
          <a:xfrm>
            <a:off x="569167" y="1201586"/>
            <a:ext cx="8518849" cy="546337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DFD9A539-D7E3-67FD-A472-54D53FFDB4CC}"/>
              </a:ext>
            </a:extLst>
          </p:cNvPr>
          <p:cNvPicPr>
            <a:picLocks noChangeAspect="1"/>
          </p:cNvPicPr>
          <p:nvPr/>
        </p:nvPicPr>
        <p:blipFill>
          <a:blip r:embed="rId3"/>
          <a:stretch>
            <a:fillRect/>
          </a:stretch>
        </p:blipFill>
        <p:spPr>
          <a:xfrm>
            <a:off x="320983" y="1097077"/>
            <a:ext cx="8944315" cy="520108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6CC4C6A7-36F7-633C-CA6C-4D8188A52A94}"/>
              </a:ext>
            </a:extLst>
          </p:cNvPr>
          <p:cNvPicPr>
            <a:picLocks noChangeAspect="1"/>
          </p:cNvPicPr>
          <p:nvPr/>
        </p:nvPicPr>
        <p:blipFill>
          <a:blip r:embed="rId3"/>
          <a:stretch>
            <a:fillRect/>
          </a:stretch>
        </p:blipFill>
        <p:spPr>
          <a:xfrm>
            <a:off x="587830" y="1201586"/>
            <a:ext cx="8565502" cy="527033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fontScale="90000"/>
          </a:bodyPr>
          <a:lstStyle/>
          <a:p>
            <a:r>
              <a:rPr lang="en-IN" sz="4000" dirty="0"/>
              <a:t>                            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0"/>
            <a:ext cx="9802732" cy="405241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000" b="1" dirty="0"/>
          </a:p>
          <a:p>
            <a:pPr algn="l"/>
            <a:r>
              <a:rPr lang="en-IN" sz="2000" dirty="0"/>
              <a:t>In the future, this project can be taken further by using more agricultural data from different years, regions, and crops to get a better understanding of seasonal performance. More detailed information about weather, soil conditions, market prices, and resource usage can also be included to study their impact on yield, production, water usage, and profit. The analysis could also be presented through an interactive dashboard so that farmers and agricultural planners can easily compare seasons, crops, regions, and farming practices. This would make the analysis more useful for better crop selection, irrigation planning, resource management, and seasonal decision-making.</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5948778" cy="830997"/>
          </a:xfrm>
        </p:spPr>
        <p:txBody>
          <a:bodyPr>
            <a:normAutofit/>
          </a:bodyPr>
          <a:lstStyle/>
          <a:p>
            <a:r>
              <a:rPr lang="en-US" sz="4000" baseline="-25000" dirty="0"/>
              <a:t> GitHub link </a:t>
            </a:r>
            <a:endParaRPr lang="en-IN" sz="4000" baseline="-25000" dirty="0"/>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0"/>
            <a:ext cx="9261557" cy="2046327"/>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2" name="TextBox 11">
            <a:extLst>
              <a:ext uri="{FF2B5EF4-FFF2-40B4-BE49-F238E27FC236}">
                <a16:creationId xmlns:a16="http://schemas.microsoft.com/office/drawing/2014/main" id="{0F72AE34-3464-2A66-4699-F48B22E84F60}"/>
              </a:ext>
            </a:extLst>
          </p:cNvPr>
          <p:cNvSpPr txBox="1"/>
          <p:nvPr/>
        </p:nvSpPr>
        <p:spPr>
          <a:xfrm>
            <a:off x="776311" y="1245378"/>
            <a:ext cx="8350897" cy="646331"/>
          </a:xfrm>
          <a:prstGeom prst="rect">
            <a:avLst/>
          </a:prstGeom>
          <a:noFill/>
        </p:spPr>
        <p:txBody>
          <a:bodyPr wrap="square">
            <a:spAutoFit/>
          </a:bodyPr>
          <a:lstStyle/>
          <a:p>
            <a:r>
              <a:rPr lang="en-IN" dirty="0"/>
              <a:t>https://</a:t>
            </a:r>
            <a:r>
              <a:rPr lang="en-IN" dirty="0">
                <a:hlinkClick r:id="rId3"/>
              </a:rPr>
              <a:t>github</a:t>
            </a:r>
            <a:r>
              <a:rPr lang="en-IN" dirty="0"/>
              <a:t>.com/Thaneeru-varshitha/Seasonal-Agriculture-performance-Analysis.git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42156AA8-74BD-821F-523A-D89798A52054}"/>
              </a:ext>
            </a:extLst>
          </p:cNvPr>
          <p:cNvPicPr>
            <a:picLocks noChangeAspect="1"/>
          </p:cNvPicPr>
          <p:nvPr/>
        </p:nvPicPr>
        <p:blipFill>
          <a:blip r:embed="rId3"/>
          <a:stretch>
            <a:fillRect/>
          </a:stretch>
        </p:blipFill>
        <p:spPr>
          <a:xfrm>
            <a:off x="531845" y="1586203"/>
            <a:ext cx="8565502" cy="507875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br>
              <a:rPr lang="en-US" sz="4800" b="1" dirty="0">
                <a:solidFill>
                  <a:schemeClr val="tx1"/>
                </a:solidFill>
              </a:rPr>
            </a:br>
            <a:br>
              <a:rPr lang="en-US" sz="4800" b="1" dirty="0">
                <a:solidFill>
                  <a:schemeClr val="tx1"/>
                </a:solidFill>
              </a:rPr>
            </a:br>
            <a:br>
              <a:rPr lang="en-US" sz="4800" b="1" dirty="0">
                <a:solidFill>
                  <a:schemeClr val="tx1"/>
                </a:solidFill>
              </a:rPr>
            </a:br>
            <a:br>
              <a:rPr lang="en-US" sz="4800" b="1" dirty="0">
                <a:solidFill>
                  <a:schemeClr val="tx1"/>
                </a:solidFill>
              </a:rPr>
            </a:br>
            <a:br>
              <a:rPr lang="en-US" sz="4800" b="1" dirty="0">
                <a:solidFill>
                  <a:schemeClr val="tx1"/>
                </a:solidFill>
              </a:rPr>
            </a:br>
            <a:br>
              <a:rPr lang="en-US" sz="4800" b="1" dirty="0">
                <a:solidFill>
                  <a:schemeClr val="tx1"/>
                </a:solidFill>
              </a:rPr>
            </a:br>
            <a:r>
              <a:rPr lang="en-US" sz="4800" b="1" dirty="0">
                <a:solidFill>
                  <a:schemeClr val="tx1"/>
                </a:solidFill>
              </a:rPr>
              <a:t>THANK YOU   </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2659224" y="3962573"/>
            <a:ext cx="5290858"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purl.org/dc/terms/"/>
    <ds:schemaRef ds:uri="http://schemas.microsoft.com/office/infopath/2007/PartnerControls"/>
    <ds:schemaRef ds:uri="http://schemas.microsoft.com/office/2006/documentManagement/types"/>
    <ds:schemaRef ds:uri="http://schemas.openxmlformats.org/package/2006/metadata/core-properties"/>
    <ds:schemaRef ds:uri="http://purl.org/dc/dcmitype/"/>
    <ds:schemaRef ds:uri="71af3243-3dd4-4a8d-8c0d-dd76da1f02a5"/>
    <ds:schemaRef ds:uri="http://purl.org/dc/elements/1.1/"/>
    <ds:schemaRef ds:uri="16c05727-aa75-4e4a-9b5f-8a80a1165891"/>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654</TotalTime>
  <Words>370</Words>
  <Application>Microsoft Office PowerPoint</Application>
  <PresentationFormat>Widescreen</PresentationFormat>
  <Paragraphs>34</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Seasonal-Agriculture-performance –Analysis </vt:lpstr>
      <vt:lpstr>PROBLEM  STATEMENT</vt:lpstr>
      <vt:lpstr>PROJECT  DESCRIPTION This project is about understanding how agricultural performance changes from one season to another. I worked with 4000 firm records containing information about Crops, location, environmental conditions, irrigation, resources, Yield, production and financial performance. I cleaned the data and performed different types of analysis ,including EDA outliner analysis, correlation analysis, seasonal comparisons Crop Analysis, irrigation analysis finally, I used the findings to identify important patterns and provide practical recommendations for better crop ,irrigation, and resource planning.</vt:lpstr>
      <vt:lpstr>WHO ARE THE END USERS?</vt:lpstr>
      <vt:lpstr>Technology Used</vt:lpstr>
      <vt:lpstr>RESULTS </vt:lpstr>
      <vt:lpstr>RESULTS </vt:lpstr>
      <vt:lpstr>RESULTS </vt:lpstr>
      <vt:lpstr>RESULTS </vt:lpstr>
      <vt:lpstr>RESULTS </vt:lpstr>
      <vt:lpstr>                            Future scope</vt:lpstr>
      <vt:lpstr> GitHub link </vt:lpstr>
      <vt:lpstr>VOIS Course completion certificate -  Course name- Data Visualization </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varshithathanneru@outlook.com</cp:lastModifiedBy>
  <cp:revision>98</cp:revision>
  <dcterms:created xsi:type="dcterms:W3CDTF">2021-07-11T13:13:15Z</dcterms:created>
  <dcterms:modified xsi:type="dcterms:W3CDTF">2026-09-09T20:01:59Z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